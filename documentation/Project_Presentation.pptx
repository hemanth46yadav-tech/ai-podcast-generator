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AI Podcast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Intelligent NLP &amp; Neural Text-to-Speech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End-to-end automated system transforming topics into high-quality audio podcasts.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Leverages Generative AI for both content creation and voice synthesis.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Focuses on natural, conversational dialogue between a Host and a Guest.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00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1. Script Generation: User Prompt -&gt; Gemini 2.5 Flash -&gt; JSON Script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2. Audio Generation: JSON Script -&gt; Edge TTS -&gt; Audio Chunks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3. Audio Processing: Audio Chunks -&gt; FFmpeg -&gt; Final MP3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00"/>
                </a:solidFill>
              </a:defRPr>
            </a:pPr>
            <a:r>
              <a:t>Logic: Script Generation (NLP)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Model: Google Gemini 2.5 Flash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Strategy: Zero-Shot scriptwriting with persona constraints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Output: Structured JSON using Pydantic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00"/>
                </a:solidFill>
              </a:defRPr>
            </a:pPr>
            <a:r>
              <a:t>Logic: Audio Synthesis (TTS)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Model: Microsoft Azure Neural Voices (Edge TTS)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Voices: en-US-ChristopherNeural &amp; en-US-JennyNeural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Logic: Asynchronous synthesis of dialogue segments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Tech Stack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C8C8C8"/>
                </a:solidFill>
              </a:defRPr>
            </a:pPr>
            <a:r>
              <a:t>Python (Streamlit, Pydantic, Asyncio), Gemini API (GenAI), Edge-TTS (Azure Neural Engine), FFmpeg (Audio Processing Engine)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